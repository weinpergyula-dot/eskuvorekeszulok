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GRIP scope áttekintő: STEP 2 (2 tétel) és STEP 3 (15 tétel) fejlesztési elemek.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GRIP –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és STEP 3 fejlesztési tételek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0" y="384048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tétel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005840"/>
          </a:xfrm>
          <a:prstGeom prst="roundRect">
            <a:avLst>
              <a:gd name="adj" fmla="val 7273"/>
            </a:avLst>
          </a:prstGeom>
          <a:solidFill>
            <a:srgbClr val="F3F6FC"/>
          </a:solidFill>
          <a:ln w="9525">
            <a:solidFill>
              <a:srgbClr val="E3E9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4416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4416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737360" y="1344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tétel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764792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6479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SALES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31720" y="1728216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new sales (+riporting cr)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14516" y="1764792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4516" y="176479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060436" y="1728216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bill display and payment features in the app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11274552" cy="4050792"/>
          </a:xfrm>
          <a:prstGeom prst="roundRect">
            <a:avLst>
              <a:gd name="adj" fmla="val 1806"/>
            </a:avLst>
          </a:prstGeom>
          <a:solidFill>
            <a:srgbClr val="F3F6FC"/>
          </a:solidFill>
          <a:ln w="9525">
            <a:solidFill>
              <a:srgbClr val="E3E9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5328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5328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737360" y="2532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tétel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2926080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9260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ADDON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31720" y="2889504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add-on manipuláció (+riporting cr)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3355848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3558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CHANGE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31720" y="3319272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internet sales with ISP change (from ONE only)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3785616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7856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NETPAJZS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331720" y="3749040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Netpajzs – GPON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4215384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2153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GYERMEKVÉDELEM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331720" y="4178808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Gyermekvédelmi tartalomszűrő add-on manipuláció App-on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4645152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64515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IDŐPONTMÓDOSÍTÁS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331720" y="4608576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date / details / contact modification on App native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5800" y="5074920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0749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331720" y="5038344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85800" y="5504688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5046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331720" y="5468112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call detailer (Hívásrészletező)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85800" y="5934456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93445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331720" y="5897880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telco (SAP) bills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14516" y="2926080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4516" y="29260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MOD.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60436" y="2889504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Személyes és lakcím adatok módosítása az Appon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14516" y="3355848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4516" y="33558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COMM.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060436" y="3319272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Negatív ágas üzenetek optimalizálása és chat indítás kiterjesztése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414516" y="3785616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14516" y="37856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060436" y="3749040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Termékkatalógus integráció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14516" y="4215384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14516" y="421538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060436" y="4178808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 worker bekötése – Kampány management rendszer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414516" y="4645152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14516" y="464515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KEZELÉS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060436" y="4608576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lead kezelés – keress, amikor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414516" y="5074920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14516" y="50749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KEZELÉS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060436" y="5038344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lead kezelés – keress hamar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414516" y="5504688"/>
            <a:ext cx="1481328" cy="310896"/>
          </a:xfrm>
          <a:prstGeom prst="roundRect">
            <a:avLst>
              <a:gd name="adj" fmla="val 2058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14516" y="55046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KEZELÉS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060436" y="5468112"/>
            <a:ext cx="3579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lead kezelés – nem található cím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2026-08-18T08:07:56Z</dcterms:created>
  <dcterms:modified xsi:type="dcterms:W3CDTF">2026-08-18T08:07:56Z</dcterms:modified>
</cp:coreProperties>
</file>